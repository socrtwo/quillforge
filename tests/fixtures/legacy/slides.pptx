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44196B-DE20-45AC-8A2B-E9A8747735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C0B178-C890-4CE2-8AB9-5BEE733F6E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7FB3572-2BE2-4DEE-8214-09E25C42268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Quarterly Review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20000" y="1800000"/>
            <a:ext cx="864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Sales grew strongly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Costs held steady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Picture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3600000" y="1800000"/>
            <a:ext cx="1440000" cy="14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